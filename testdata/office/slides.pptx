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开题报告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研究问题</a:t>
            </a:r>
          </a:p>
          <a:p>
            <a:r>
              <a:t>研究方法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第二页：结果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